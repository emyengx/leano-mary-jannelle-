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2310" y="10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6333-A588-2B00-02C0-40101BC76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7B049-04E4-BF6B-0B1C-F9B07B165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DF3B-5378-82DD-D3DD-3E9DF59C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D8C22-A2EE-B5A1-BBB8-F87886878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36290-F752-9281-AD92-C6BCE15D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270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342C-9A97-CF11-F6E8-75B3EC64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67A4B-E181-D09A-CB24-648ADA74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387BF-157B-3FF0-FB06-AB332658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A3E64-239A-3EE7-76E9-3C21B743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B8C8-ECFE-C681-701F-36FFB3F0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49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D5F8-8282-8D60-8125-96EC1A1B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47B8A-ED8E-C4CB-CC9F-76F2AFC3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EBFC9-740E-902B-822B-D91CC900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9206D-7EC1-3F7E-4D95-7A174C01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D0622-0CD1-F5FF-69A2-931776FE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918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6B49-9C5C-426E-1C20-FF387871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00ED-6592-3488-0F51-FFE171F5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BC1DD-6884-3712-E05E-CAF05EB61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53ED5-1211-1828-551A-9012B5EA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B2226-5575-3EBF-4BB1-8BF4CFD0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820FE-AB64-4F90-E9A9-984B498C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374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A394-F5FF-13AE-03B7-E20CD7AF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1DE0-5D73-9BF1-2F0B-B11335A5C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0D5C2-5100-60A2-71D8-0DFC99FEA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94D98-91F5-8075-D2A6-5691B3D56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94762-F0CE-4DE1-DA4B-D0D3F38D0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CC4CC-04AD-3A56-6375-23DE9809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0396E-6F28-3363-88F7-1DA53471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EEEDF-9BA4-120A-5E53-FCD5C825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28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4063-636C-23DD-8AAA-CC411D1F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9A9BB-1FC8-4929-AC37-1D32C606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44279-0C5D-EED1-D345-FE730ADD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2EC7C-2AA0-D4A4-D649-3306A6B1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301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BEFEA-E1DE-1168-9D84-42F5C75A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67F34-71BF-9483-2855-9ACB385C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FB2F9-5DD9-47B1-BC80-D14C85E9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89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5580-E2FC-414D-7A19-BBC9F081A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A64A-6249-13B2-9EE5-BC5C0FF4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F2DF0-393C-B714-6DD3-370CB542D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73719-A226-FC04-B61B-6BAB4694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B930B-F231-027A-F590-D216B563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78C9-2505-377E-3834-947B04EF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762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A2D7-74DF-4CD1-2D97-104E2459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E61E1-CD50-553D-AE15-CB8E14BD2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58614-1695-55AF-E878-F72B8EC49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4A3CF-3EB1-7998-5785-C98FB6A7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C5127-A37F-287B-0572-A0D78C22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A1DC6-26D0-125E-EB23-E7C1F22E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299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54EB-B636-61A5-5E39-9B36020D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9A4A9-5511-0F6A-BB70-50111168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5A854-8E58-E225-7799-1D33D882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B7B8-1409-A040-513E-2029CEFB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7C8BF-AFC2-4B07-6A70-D1A6A3E9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199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BE072-6BA7-1796-4296-13FBD042E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A4CDF-2F9D-C890-209E-8914D23C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B756-9E06-B479-21D5-C4906842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645B3-A105-9168-2B2A-BBFF26E0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0E62-8357-F739-FD86-E915B852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363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90B13-F4E5-F0C6-B490-A4E7860E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FD6F4-9984-9AA2-49E7-808405D0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E325-03B6-77E6-D612-7FD862F62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4B40-4F61-45E9-8FE3-24369B76696B}" type="datetimeFigureOut">
              <a:rPr lang="en-PH" smtClean="0"/>
              <a:t>10/13/2026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BB7E9-01F9-A1EB-477E-DDAD4C1F7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1A8F4-2AFD-E522-36BB-8A777FE7A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27A45-437D-4C64-9568-80FF9478C3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241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3F82-3B5D-9C42-36B8-18C44D6A2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8C254-7439-6600-D797-9C8352899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New Sight Words 9 ｜ Sight Words Kindergarten ｜ High Frequency Words ｜ Jump Out Words ｜ Jack Hartmann [SuxSWR6O078]">
            <a:hlinkClick r:id="" action="ppaction://media"/>
            <a:extLst>
              <a:ext uri="{FF2B5EF4-FFF2-40B4-BE49-F238E27FC236}">
                <a16:creationId xmlns:a16="http://schemas.microsoft.com/office/drawing/2014/main" id="{9CCA828D-6026-6D1E-B828-1F7294DDE7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9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06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Teoxon</dc:creator>
  <cp:lastModifiedBy>William Teoxon</cp:lastModifiedBy>
  <cp:revision>1</cp:revision>
  <dcterms:created xsi:type="dcterms:W3CDTF">2026-10-13T04:25:54Z</dcterms:created>
  <dcterms:modified xsi:type="dcterms:W3CDTF">2026-10-13T04:25:54Z</dcterms:modified>
</cp:coreProperties>
</file>